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13" autoAdjust="0"/>
    <p:restoredTop sz="96238" autoAdjust="0"/>
  </p:normalViewPr>
  <p:slideViewPr>
    <p:cSldViewPr snapToGrid="0">
      <p:cViewPr varScale="1">
        <p:scale>
          <a:sx n="85" d="100"/>
          <a:sy n="85" d="100"/>
        </p:scale>
        <p:origin x="120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00E809-1DA8-7012-908B-4C414C9C49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3B8155-9B21-80B2-F83A-BFE604A73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31A25E-0CE1-3DC8-F71F-A4F328EC8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0B83D-A5A5-47FA-BD86-664ECF15EE09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5A2517-54B7-74D0-2ADA-B20D130C5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8908B3-37D3-3886-ADBB-978CD2D4A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6A5C7-3F1B-456A-B9E0-9175953897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936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8CE0B1-F1D9-E72E-CD92-B228FE80C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6E7E4A-EA9B-1C1E-5ED0-D31EC1F43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912B7A-DB07-49CF-A4B9-FAD5ABA9A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0B83D-A5A5-47FA-BD86-664ECF15EE09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0BF1FB-9260-840F-D6BB-ACC3FF514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BB4FCC-7B5D-4247-1A0B-36D6EF038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6A5C7-3F1B-456A-B9E0-9175953897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1064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4A4BE1-98AC-F392-1F57-105F14D3F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79162BE-4E98-771F-7E66-C8DF50011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137E8E-CA2D-D8F8-F2F0-E7763E8B0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0B83D-A5A5-47FA-BD86-664ECF15EE09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E87951-D130-4F16-4BD5-2E4742565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B0B9E0-BF21-B585-DF9F-6EF0BBF2D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6A5C7-3F1B-456A-B9E0-9175953897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9335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BFF910-2A5A-E6BA-D68A-A68B4EF5F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05871E-E27E-32AA-68B0-3345615656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F2D3AE7-EA7B-AA21-31D4-4CFD01700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386527-73F0-5C2A-A39D-6D74CCE60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0B83D-A5A5-47FA-BD86-664ECF15EE09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67C5E4-DA7D-3CE7-32C5-FF930B246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F8539CA-824C-9F63-245F-E47A2B3AD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6A5C7-3F1B-456A-B9E0-9175953897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410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08381-0DC0-6A00-6504-0ED9ABDCD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21D4A1-D5DE-5A62-23E9-68401E76A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2302057-4009-63EA-E0D5-AA555ED90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F4BB34-806E-CA2D-CA05-1555206969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71D388B-67F2-5028-8683-7114A7A7E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1919D74-5B23-1535-F9D1-C4D27734F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0B83D-A5A5-47FA-BD86-664ECF15EE09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D772FC6-5902-CAD9-1C6F-90DB519C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7EC6B73-6FB3-E8E3-A77B-4C9F2FFD3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6A5C7-3F1B-456A-B9E0-9175953897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9433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AF1EC-1EBA-E047-9758-FE744694A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DE4B2C9-30D9-BD4A-CC3E-EA5F12CC5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0B83D-A5A5-47FA-BD86-664ECF15EE09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5997E80-602C-7F14-6BA9-497EEF94E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8A583B1-2686-80FE-3D8C-9A6787AC8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6A5C7-3F1B-456A-B9E0-9175953897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4434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6C5B65F-8E12-C49E-E6B7-C8B6E0A41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0B83D-A5A5-47FA-BD86-664ECF15EE09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1B908D8-ABDF-3CB7-0A8B-D3BA86508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84DB56-54D8-628E-FAE6-AEFF6600F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6A5C7-3F1B-456A-B9E0-9175953897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7751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9CB956-E040-7D5E-E288-427EFCD20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980E09-9202-8AA8-37E3-205093443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6EC89E6-ED5F-6335-5F6A-36A73B911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44F177-7C31-A152-7EC4-0577A2E7C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0B83D-A5A5-47FA-BD86-664ECF15EE09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224A67-0425-6CAF-1C4E-6CD940416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DF739FD-FA9E-2081-EE2F-A5074FC2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6A5C7-3F1B-456A-B9E0-9175953897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669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1A07E8-6A0F-2DF7-5596-7F0D0803A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2D1838F-047A-43B1-8A22-9578BD4AD9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1DBFE9-ACB2-8995-C606-5E8915001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A7151C-644B-B679-773A-52FCCDC53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0B83D-A5A5-47FA-BD86-664ECF15EE09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9FEA441-BACF-02E7-06B1-655469320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DE4F2B-40FE-95FE-8EE0-0D5ED7A6F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6A5C7-3F1B-456A-B9E0-9175953897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5079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212DE-13B2-1ED1-7577-ED5CECEA0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AC1E09A-E067-BE2A-CBE4-3076DBD6CE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0C3BF9-EBB6-C1D0-3B2F-0A2069692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0B83D-A5A5-47FA-BD86-664ECF15EE09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276D76-B5A3-97E5-6399-3B609D62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EE8CB3-5DB4-5CB8-3D37-6FCDB006B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6A5C7-3F1B-456A-B9E0-9175953897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2860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7119B6-FAE8-42D6-9C41-9203873FBE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B46F52-3C14-0F47-4CD5-E3B7BDA3B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05FC85-ED00-3DAA-EE61-8E56D1F5B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0B83D-A5A5-47FA-BD86-664ECF15EE09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268A1E-7528-5EB7-9AAC-9B972758C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B9EEC7-DC29-1155-BD94-690A43408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6A5C7-3F1B-456A-B9E0-9175953897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7035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B8F45EE-6D3C-1E00-C389-0E426FD6F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8F328F1-D9BE-D5D8-07FC-0CA21BFC4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F1BC1A-98C7-ACA2-E49E-DA1C778CC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40B83D-A5A5-47FA-BD86-664ECF15EE09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FA63E8-C552-DCAE-24A6-4A1EF7D329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11657D-D3CD-D7D9-9454-4E01603E33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A6A5C7-3F1B-456A-B9E0-9175953897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299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5908C-A62E-DB3A-43AC-D19033A3E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CF16069A-E6AF-A7E3-50CE-63440BCCA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1841" y="2379944"/>
            <a:ext cx="10299865" cy="4031740"/>
          </a:xfrm>
        </p:spPr>
        <p:txBody>
          <a:bodyPr>
            <a:noAutofit/>
          </a:bodyPr>
          <a:lstStyle/>
          <a:p>
            <a:r>
              <a:rPr lang="pt-BR" sz="1600" dirty="0"/>
              <a:t> </a:t>
            </a:r>
            <a:r>
              <a:rPr lang="pt-BR" sz="1600" dirty="0">
                <a:latin typeface="Fira Sans" panose="020B0503050000020004" pitchFamily="34" charset="0"/>
              </a:rPr>
              <a:t>ESCOLA SUPERIOR DE TECNOLOGIA DA INFORMAÇÃO </a:t>
            </a:r>
          </a:p>
          <a:p>
            <a:r>
              <a:rPr lang="pt-BR" sz="1600" dirty="0">
                <a:latin typeface="Fira Sans" panose="020B0503050000020004" pitchFamily="34" charset="0"/>
              </a:rPr>
              <a:t>INSTITUTO INFNET</a:t>
            </a:r>
          </a:p>
          <a:p>
            <a:endParaRPr lang="pt-BR" sz="1600" dirty="0">
              <a:latin typeface="Fira Sans" panose="020B0503050000020004" pitchFamily="34" charset="0"/>
            </a:endParaRPr>
          </a:p>
          <a:p>
            <a:r>
              <a:rPr lang="pt-BR" sz="1600" dirty="0">
                <a:latin typeface="Fira Sans" panose="020B0503050000020004" pitchFamily="34" charset="0"/>
              </a:rPr>
              <a:t>ASAFE MONTEIRO MAIA</a:t>
            </a:r>
          </a:p>
          <a:p>
            <a:endParaRPr lang="pt-BR" sz="1600" dirty="0">
              <a:latin typeface="Fira Sans" panose="020B0503050000020004" pitchFamily="34" charset="0"/>
            </a:endParaRPr>
          </a:p>
          <a:p>
            <a:endParaRPr lang="pt-BR" sz="1600" dirty="0">
              <a:latin typeface="Fira Sans" panose="020B0503050000020004" pitchFamily="34" charset="0"/>
            </a:endParaRPr>
          </a:p>
          <a:p>
            <a:r>
              <a:rPr lang="pt-BR" sz="1600" dirty="0">
                <a:latin typeface="Fira Sans" panose="020B0503050000020004" pitchFamily="34" charset="0"/>
              </a:rPr>
              <a:t> Planejamento de Curso e Carreira [25E3_1] </a:t>
            </a:r>
          </a:p>
          <a:p>
            <a:r>
              <a:rPr lang="pt-BR" sz="1600" dirty="0">
                <a:latin typeface="Fira Sans" panose="020B0503050000020004" pitchFamily="34" charset="0"/>
              </a:rPr>
              <a:t>ASSESSMENT </a:t>
            </a:r>
          </a:p>
          <a:p>
            <a:endParaRPr lang="pt-BR" sz="1600" dirty="0">
              <a:latin typeface="Fira Sans" panose="020B0503050000020004" pitchFamily="34" charset="0"/>
            </a:endParaRPr>
          </a:p>
          <a:p>
            <a:r>
              <a:rPr lang="pt-BR" sz="1600" dirty="0">
                <a:latin typeface="Fira Sans" panose="020B0503050000020004" pitchFamily="34" charset="0"/>
              </a:rPr>
              <a:t>RIO DE JANEIRO</a:t>
            </a:r>
          </a:p>
          <a:p>
            <a:r>
              <a:rPr lang="pt-BR" sz="1600" dirty="0">
                <a:latin typeface="Fira Sans" panose="020B0503050000020004" pitchFamily="34" charset="0"/>
              </a:rPr>
              <a:t>2025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81355175-EB14-CD61-27B0-365777F479B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-9000"/>
            <a:ext cx="12192000" cy="6876000"/>
            <a:chOff x="0" y="-9000"/>
            <a:chExt cx="12192000" cy="6876000"/>
          </a:xfrm>
        </p:grpSpPr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F41C7C95-550E-E2CA-A08A-D63549B076B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43345" y="-9000"/>
              <a:ext cx="0" cy="687600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B1CD1AA2-8FD6-B490-ADD4-05E9E2190A8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>
              <a:off x="0" y="446316"/>
              <a:ext cx="12192000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B43DD203-BE21-0595-89D1-BF71D52319C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9000"/>
              <a:ext cx="468000" cy="46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026" name="Picture 2" descr="Faculdade Infnet: Referência em Engenharias Tech | Faculdade Infnet:  Referência em Engenharias Tech">
            <a:extLst>
              <a:ext uri="{FF2B5EF4-FFF2-40B4-BE49-F238E27FC236}">
                <a16:creationId xmlns:a16="http://schemas.microsoft.com/office/drawing/2014/main" id="{C095EB8F-9EC1-8400-B139-2A5087E13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773" y="873130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3157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2872A022-4620-3282-E282-DFA92C5F8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0454" y="901633"/>
            <a:ext cx="10299865" cy="5095852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pt-BR" sz="1800" b="1" dirty="0">
                <a:solidFill>
                  <a:srgbClr val="0070C0"/>
                </a:solidFill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Sobre mim</a:t>
            </a:r>
          </a:p>
          <a:p>
            <a:pPr algn="just">
              <a:lnSpc>
                <a:spcPct val="150000"/>
              </a:lnSpc>
            </a:pPr>
            <a:r>
              <a:rPr lang="pt-BR" sz="1800" dirty="0"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Sou um estudante de desenvolvimento</a:t>
            </a:r>
            <a:r>
              <a:rPr lang="pt-BR" sz="1800" b="1" dirty="0"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 </a:t>
            </a:r>
            <a:r>
              <a:rPr lang="pt-BR" sz="1800" dirty="0"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de software em busca de começar a carreira na área e fazer parte de uma indústria dinâmica e inovadora. </a:t>
            </a:r>
          </a:p>
          <a:p>
            <a:pPr>
              <a:lnSpc>
                <a:spcPct val="170000"/>
              </a:lnSpc>
            </a:pPr>
            <a:r>
              <a:rPr lang="pt-BR" sz="1800" b="1" dirty="0">
                <a:solidFill>
                  <a:srgbClr val="0070C0"/>
                </a:solidFill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Por que escolhi TI?</a:t>
            </a:r>
          </a:p>
          <a:p>
            <a:pPr marL="342900" indent="-342900" algn="l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Interesse em TI desde muito cedo</a:t>
            </a:r>
          </a:p>
          <a:p>
            <a:pPr marL="342900" indent="-342900" algn="l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É uma área diversa e muito interessante atualmente nas aplicações com outras áreas do conhecimento</a:t>
            </a:r>
          </a:p>
          <a:p>
            <a:pPr marL="342900" indent="-342900" algn="l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Fazer parte da evolução e da criação tecnológica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8F940F66-6B22-52B0-3F95-8A1147DE5EE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-9000"/>
            <a:ext cx="12192000" cy="6876000"/>
            <a:chOff x="0" y="-9000"/>
            <a:chExt cx="12192000" cy="6876000"/>
          </a:xfrm>
        </p:grpSpPr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DCDE33EB-7621-7006-C125-6C05091AA58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43345" y="-9000"/>
              <a:ext cx="0" cy="687600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F3819E31-78B7-C7AA-2584-89BA6F33115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>
              <a:off x="0" y="446316"/>
              <a:ext cx="12192000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B1A60D5D-6818-9AA0-2CE6-22184574943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9000"/>
              <a:ext cx="468000" cy="46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70740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EF936-6DCD-0509-EC6E-4C887CFA4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E93BE7FC-F769-4EAC-45F6-13818CD54B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9165" y="868714"/>
            <a:ext cx="10299865" cy="5542565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pt-BR" sz="1800" b="1" dirty="0">
                <a:solidFill>
                  <a:srgbClr val="0070C0"/>
                </a:solidFill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Principais competências para seguir esta área?</a:t>
            </a:r>
          </a:p>
          <a:p>
            <a:pPr marL="342900" indent="-342900" algn="l">
              <a:lnSpc>
                <a:spcPct val="17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Trabalhar bem em equipe; </a:t>
            </a:r>
          </a:p>
          <a:p>
            <a:pPr marL="342900" indent="-342900" algn="l">
              <a:lnSpc>
                <a:spcPct val="17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gostar de buscar novos conhecimentos e habilidades; </a:t>
            </a:r>
          </a:p>
          <a:p>
            <a:pPr marL="342900" indent="-342900" algn="l">
              <a:lnSpc>
                <a:spcPct val="17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ter cuidado em fazer um trabalho com qualidade e rigor técnico; </a:t>
            </a:r>
          </a:p>
          <a:p>
            <a:pPr marL="342900" indent="-342900" algn="l">
              <a:lnSpc>
                <a:spcPct val="17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ter preocupação e empatia com o usuário e a experiência do produto</a:t>
            </a:r>
          </a:p>
          <a:p>
            <a:pPr>
              <a:lnSpc>
                <a:spcPct val="170000"/>
              </a:lnSpc>
            </a:pPr>
            <a:r>
              <a:rPr lang="pt-BR" sz="1800" b="1" dirty="0">
                <a:solidFill>
                  <a:srgbClr val="0070C0"/>
                </a:solidFill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Área de interesse em TI</a:t>
            </a:r>
          </a:p>
          <a:p>
            <a:pPr marL="342900" indent="-342900" algn="l">
              <a:lnSpc>
                <a:spcPct val="17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Design e Front End</a:t>
            </a:r>
          </a:p>
          <a:p>
            <a:pPr marL="342900" indent="-342900" algn="l">
              <a:lnSpc>
                <a:spcPct val="17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Inovações de hardware</a:t>
            </a:r>
          </a:p>
          <a:p>
            <a:pPr marL="342900" indent="-342900" algn="l">
              <a:lnSpc>
                <a:spcPct val="17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latin typeface="Fira Code Retina" pitchFamily="1" charset="0"/>
                <a:ea typeface="Fira Code Retina" pitchFamily="1" charset="0"/>
                <a:cs typeface="Fira Code Retina" pitchFamily="1" charset="0"/>
              </a:rPr>
              <a:t>Inteligência artificial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1B586A9C-2F17-6B03-0174-3DDFE7576FC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-9000"/>
            <a:ext cx="12192000" cy="6876000"/>
            <a:chOff x="0" y="-9000"/>
            <a:chExt cx="12192000" cy="6876000"/>
          </a:xfrm>
        </p:grpSpPr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E325E40A-AB41-662F-2F0B-386B1C10E7D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43345" y="-9000"/>
              <a:ext cx="0" cy="687600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7BE66D85-ECEF-4D9D-971B-C4B745AE9F6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>
              <a:off x="0" y="446316"/>
              <a:ext cx="12192000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BBF54E30-2859-3925-20B2-4901F072D4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9000"/>
              <a:ext cx="468000" cy="46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4901631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145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Fira Code Retina</vt:lpstr>
      <vt:lpstr>Fira Sans</vt:lpstr>
      <vt:lpstr>Wingdings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Asafe Monteiro Maia</dc:creator>
  <cp:lastModifiedBy>Asafe Monteiro Maia</cp:lastModifiedBy>
  <cp:revision>1</cp:revision>
  <dcterms:created xsi:type="dcterms:W3CDTF">2025-09-23T22:40:59Z</dcterms:created>
  <dcterms:modified xsi:type="dcterms:W3CDTF">2025-09-23T23:25:39Z</dcterms:modified>
</cp:coreProperties>
</file>